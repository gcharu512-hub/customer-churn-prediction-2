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Churn Prediction for Subscription Businesses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Machine Learning Major Project</a:t>
            </a:r>
          </a:p>
          <a:p>
            <a:pPr algn="ctr">
              <a:defRPr sz="2200"/>
            </a:pPr>
            <a:r>
              <a:t>BCA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Customer churn is a major challenge for subscription-based businesses.</a:t>
            </a:r>
          </a:p>
          <a:p>
            <a:pPr>
              <a:spcAft>
                <a:spcPts val="1200"/>
              </a:spcAft>
              <a:defRPr sz="2000"/>
            </a:pPr>
            <a:r>
              <a:t>The project predicts customers who are likely to churn using customer, usage, billing and support information.</a:t>
            </a:r>
          </a:p>
          <a:p>
            <a:pPr>
              <a:spcAft>
                <a:spcPts val="1200"/>
              </a:spcAft>
              <a:defRPr sz="2000"/>
            </a:pPr>
            <a:r>
              <a:t>The objective is to support data-driven customer retention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Analyze customer behavior and subscription characteristics.</a:t>
            </a:r>
          </a:p>
          <a:p>
            <a:pPr>
              <a:spcAft>
                <a:spcPts val="1200"/>
              </a:spcAft>
              <a:defRPr sz="2000"/>
            </a:pPr>
            <a:r>
              <a:t>Perform exploratory data analysis (EDA).</a:t>
            </a:r>
          </a:p>
          <a:p>
            <a:pPr>
              <a:spcAft>
                <a:spcPts val="1200"/>
              </a:spcAft>
              <a:defRPr sz="2000"/>
            </a:pPr>
            <a:r>
              <a:t>Prepare numerical and categorical features for machine learning.</a:t>
            </a:r>
          </a:p>
          <a:p>
            <a:pPr>
              <a:spcAft>
                <a:spcPts val="1200"/>
              </a:spcAft>
              <a:defRPr sz="2000"/>
            </a:pPr>
            <a:r>
              <a:t>Train and compare Logistic Regression and Random Forest models.</a:t>
            </a:r>
          </a:p>
          <a:p>
            <a:pPr>
              <a:spcAft>
                <a:spcPts val="1200"/>
              </a:spcAft>
              <a:defRPr sz="2000"/>
            </a:pPr>
            <a:r>
              <a:t>Evaluate models using Accuracy, Precision, Recall, F1-score and ROC-AUC.</a:t>
            </a:r>
          </a:p>
          <a:p>
            <a:pPr>
              <a:spcAft>
                <a:spcPts val="1200"/>
              </a:spcAft>
              <a:defRPr sz="2000"/>
            </a:pPr>
            <a:r>
              <a:t>Save trained models for the prediction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Dataset size: 1,000 customer records and 25 columns.</a:t>
            </a:r>
          </a:p>
          <a:p>
            <a:pPr>
              <a:spcAft>
                <a:spcPts val="1200"/>
              </a:spcAft>
              <a:defRPr sz="2000"/>
            </a:pPr>
            <a:r>
              <a:t>Target variable: churn.</a:t>
            </a:r>
          </a:p>
          <a:p>
            <a:pPr>
              <a:spcAft>
                <a:spcPts val="1200"/>
              </a:spcAft>
              <a:defRPr sz="2000"/>
            </a:pPr>
            <a:r>
              <a:t>Features include industry, company size, geography and subscription tier.</a:t>
            </a:r>
          </a:p>
          <a:p>
            <a:pPr>
              <a:spcAft>
                <a:spcPts val="1200"/>
              </a:spcAft>
              <a:defRPr sz="2000"/>
            </a:pPr>
            <a:r>
              <a:t>Behavioral features include active users, session length, feature adoption and login activity.</a:t>
            </a:r>
          </a:p>
          <a:p>
            <a:pPr>
              <a:spcAft>
                <a:spcPts val="1200"/>
              </a:spcAft>
              <a:defRPr sz="2000"/>
            </a:pPr>
            <a:r>
              <a:t>Business features include MRR, billing frequency and payment delays.</a:t>
            </a:r>
          </a:p>
          <a:p>
            <a:pPr>
              <a:spcAft>
                <a:spcPts val="1200"/>
              </a:spcAft>
              <a:defRPr sz="2000"/>
            </a:pPr>
            <a:r>
              <a:t>Support features include support tickets, response time and support friction.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Churn distribution was analyzed.</a:t>
            </a:r>
          </a:p>
          <a:p>
            <a:pPr>
              <a:spcAft>
                <a:spcPts val="1200"/>
              </a:spcAft>
              <a:defRPr sz="2000"/>
            </a:pPr>
            <a:r>
              <a:t>Churn was compared across billing frequency, industry and subscription tier.</a:t>
            </a:r>
          </a:p>
          <a:p>
            <a:pPr>
              <a:spcAft>
                <a:spcPts val="1200"/>
              </a:spcAft>
              <a:defRPr sz="2000"/>
            </a:pPr>
            <a:r>
              <a:t>MRR was analyzed against churn.</a:t>
            </a:r>
          </a:p>
          <a:p>
            <a:pPr>
              <a:spcAft>
                <a:spcPts val="1200"/>
              </a:spcAft>
              <a:defRPr sz="2000"/>
            </a:pPr>
            <a:r>
              <a:t>Feature adoption and support friction were analyzed against churn.</a:t>
            </a:r>
          </a:p>
          <a:p>
            <a:pPr>
              <a:spcAft>
                <a:spcPts val="1200"/>
              </a:spcAft>
              <a:defRPr sz="2000"/>
            </a:pPr>
            <a:r>
              <a:t>EDA graphs are stored in the outputs/graphs folder.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Machine Learning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Load dataset → Clean data → Train/test split → Feature preprocessing → Model training → Evaluation → Save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Logistic Regression: classification baseline with interpretable coefficients.</a:t>
            </a:r>
          </a:p>
          <a:p>
            <a:pPr>
              <a:spcAft>
                <a:spcPts val="1200"/>
              </a:spcAft>
              <a:defRPr sz="2000"/>
            </a:pPr>
            <a:r>
              <a:t>Random Forest Classifier: ensemble of decision trees.</a:t>
            </a:r>
          </a:p>
          <a:p>
            <a:pPr>
              <a:spcAft>
                <a:spcPts val="1200"/>
              </a:spcAft>
              <a:defRPr sz="2000"/>
            </a:pPr>
            <a:r>
              <a:t>OneHotEncoder is used for categorical variables.</a:t>
            </a:r>
          </a:p>
          <a:p>
            <a:pPr>
              <a:spcAft>
                <a:spcPts val="1200"/>
              </a:spcAft>
              <a:defRPr sz="2000"/>
            </a:pPr>
            <a:r>
              <a:t>StandardScaler is used for numerical variables.</a:t>
            </a:r>
          </a:p>
          <a:p>
            <a:pPr>
              <a:spcAft>
                <a:spcPts val="1200"/>
              </a:spcAft>
              <a:defRPr sz="2000"/>
            </a:pPr>
            <a:r>
              <a:t>Preprocessing and models are combined using scikit-learn Pipelines.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Accuracy measures overall correct predictions.</a:t>
            </a:r>
          </a:p>
          <a:p>
            <a:pPr>
              <a:spcAft>
                <a:spcPts val="1200"/>
              </a:spcAft>
              <a:defRPr sz="2000"/>
            </a:pPr>
            <a:r>
              <a:t>Precision measures how many predicted churners were actually churners.</a:t>
            </a:r>
          </a:p>
          <a:p>
            <a:pPr>
              <a:spcAft>
                <a:spcPts val="1200"/>
              </a:spcAft>
              <a:defRPr sz="2000"/>
            </a:pPr>
            <a:r>
              <a:t>Recall measures how many actual churners were identified.</a:t>
            </a:r>
          </a:p>
          <a:p>
            <a:pPr>
              <a:spcAft>
                <a:spcPts val="1200"/>
              </a:spcAft>
              <a:defRPr sz="2000"/>
            </a:pPr>
            <a:r>
              <a:t>F1-score balances precision and recall.</a:t>
            </a:r>
          </a:p>
          <a:p>
            <a:pPr>
              <a:spcAft>
                <a:spcPts val="1200"/>
              </a:spcAft>
              <a:defRPr sz="2000"/>
            </a:pPr>
            <a:r>
              <a:t>ROC-AUC measures class-separation performance.</a:t>
            </a:r>
          </a:p>
          <a:p>
            <a:pPr>
              <a:spcAft>
                <a:spcPts val="1200"/>
              </a:spcAft>
              <a:defRPr sz="2000"/>
            </a:pPr>
            <a:r>
              <a:t>Confusion matrix and ROC curve are generated as project outputs.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customer_churn_data.csv — dataset.</a:t>
            </a:r>
          </a:p>
          <a:p>
            <a:pPr>
              <a:spcAft>
                <a:spcPts val="1200"/>
              </a:spcAft>
              <a:defRPr sz="2000"/>
            </a:pPr>
            <a:r>
              <a:t>eda_analysis.py — EDA and graph generation.</a:t>
            </a:r>
          </a:p>
          <a:p>
            <a:pPr>
              <a:spcAft>
                <a:spcPts val="1200"/>
              </a:spcAft>
              <a:defRPr sz="2000"/>
            </a:pPr>
            <a:r>
              <a:t>train_model.py — model training and evaluation.</a:t>
            </a:r>
          </a:p>
          <a:p>
            <a:pPr>
              <a:spcAft>
                <a:spcPts val="1200"/>
              </a:spcAft>
              <a:defRPr sz="2000"/>
            </a:pPr>
            <a:r>
              <a:t>logistic_regression.pkl and random_forest.pkl — trained models.</a:t>
            </a:r>
          </a:p>
          <a:p>
            <a:pPr>
              <a:spcAft>
                <a:spcPts val="1200"/>
              </a:spcAft>
              <a:defRPr sz="2000"/>
            </a:pPr>
            <a:r>
              <a:t>model_comparison.csv — model metrics.</a:t>
            </a:r>
          </a:p>
          <a:p>
            <a:pPr>
              <a:spcAft>
                <a:spcPts val="1200"/>
              </a:spcAft>
              <a:defRPr sz="2000"/>
            </a:pPr>
            <a:r>
              <a:t>confusion_matrix.png and roc_curve.png — evaluation graphs.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app.py provides the customer churn prediction application.</a:t>
            </a:r>
          </a:p>
          <a:p>
            <a:pPr>
              <a:spcAft>
                <a:spcPts val="1200"/>
              </a:spcAft>
              <a:defRPr sz="2000"/>
            </a:pPr>
            <a:r>
              <a:t>The application uses a saved trained model to generate churn predictions.</a:t>
            </a:r>
          </a:p>
          <a:p>
            <a:pPr>
              <a:spcAft>
                <a:spcPts val="1200"/>
              </a:spcAft>
              <a:defRPr sz="2000"/>
            </a:pPr>
            <a:r>
              <a:t>Customer information can be entered to obtain a predicted churn result.</a:t>
            </a:r>
          </a:p>
          <a:p>
            <a:pPr>
              <a:spcAft>
                <a:spcPts val="1200"/>
              </a:spcAft>
              <a:defRPr sz="2000"/>
            </a:pPr>
            <a:r>
              <a:t>The application can be deployed to provide a live project link.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project demonstrates an end-to-end machine learning workflow for churn prediction.</a:t>
            </a:r>
          </a:p>
          <a:p>
            <a:pPr>
              <a:spcAft>
                <a:spcPts val="1200"/>
              </a:spcAft>
              <a:defRPr sz="2000"/>
            </a:pPr>
            <a:r>
              <a:t>EDA helps identify patterns in customer behavior.</a:t>
            </a:r>
          </a:p>
          <a:p>
            <a:pPr>
              <a:spcAft>
                <a:spcPts val="1200"/>
              </a:spcAft>
              <a:defRPr sz="2000"/>
            </a:pPr>
            <a:r>
              <a:t>Multiple classification models are trained and evaluated.</a:t>
            </a:r>
          </a:p>
          <a:p>
            <a:pPr>
              <a:spcAft>
                <a:spcPts val="1200"/>
              </a:spcAft>
              <a:defRPr sz="2000"/>
            </a:pPr>
            <a:r>
              <a:t>Models and analysis outputs are organized for the final application.</a:t>
            </a:r>
          </a:p>
          <a:p>
            <a:pPr>
              <a:spcAft>
                <a:spcPts val="1200"/>
              </a:spcAft>
              <a:defRPr sz="2000"/>
            </a:pPr>
            <a:r>
              <a:t>The solution can support customer retention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Customer Churn Prediction for Subscription Businesses</a:t>
            </a:r>
          </a:p>
          <a:p>
            <a:pPr algn="ctr"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